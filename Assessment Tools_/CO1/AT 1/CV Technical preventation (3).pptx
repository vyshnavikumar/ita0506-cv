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71" r:id="rId3"/>
    <p:sldId id="277" r:id="rId4"/>
    <p:sldId id="259" r:id="rId5"/>
    <p:sldId id="264" r:id="rId6"/>
    <p:sldId id="278" r:id="rId7"/>
    <p:sldId id="275" r:id="rId8"/>
    <p:sldId id="28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934" y="758"/>
      </p:cViewPr>
      <p:guideLst>
        <p:guide orient="horz" pos="2160"/>
        <p:guide pos="37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1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6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9"/>
            <a:ext cx="36576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9"/>
            <a:ext cx="10769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6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6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6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t Transcript from Saveetha University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37" y="213995"/>
            <a:ext cx="133413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7555" y="213997"/>
            <a:ext cx="1007111" cy="116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6"/>
          <p:cNvSpPr txBox="1"/>
          <p:nvPr/>
        </p:nvSpPr>
        <p:spPr>
          <a:xfrm>
            <a:off x="483718" y="4442441"/>
            <a:ext cx="4740911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S.Vyshnavi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(1924</a:t>
            </a:r>
            <a:r>
              <a:rPr lang="en-I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72041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/>
          </a:p>
        </p:txBody>
      </p:sp>
      <p:pic>
        <p:nvPicPr>
          <p:cNvPr id="8" name="Picture 7" descr="A blue and white logo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"/>
            <a:ext cx="12176116" cy="198303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83718" y="2215002"/>
            <a:ext cx="112161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-WOLRD APPLICATIONS OF COMPUTER VISION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429635" y="3524250"/>
            <a:ext cx="5020310" cy="490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alt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VISION</a:t>
            </a:r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62877" y="4211600"/>
            <a:ext cx="6096000" cy="11068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en-I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. Jeni Gracia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t Transcript from Saveetha University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37" y="213995"/>
            <a:ext cx="133413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7555" y="213997"/>
            <a:ext cx="1007111" cy="116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3"/>
          <p:cNvSpPr txBox="1"/>
          <p:nvPr/>
        </p:nvSpPr>
        <p:spPr>
          <a:xfrm>
            <a:off x="3135335" y="637371"/>
            <a:ext cx="5699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17501" y="1949450"/>
            <a:ext cx="11874500" cy="470916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endParaRPr sz="2200" b="1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88024" y="1425585"/>
            <a:ext cx="10730204" cy="5061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spAutoFit/>
          </a:bodyPr>
          <a:lstStyle/>
          <a:p>
            <a:pPr lvl="0" indent="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kumimoji="0" lang="en-US" altLang="en-GB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endParaRPr kumimoji="0" lang="en-US" altLang="en-GB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kumimoji="0" lang="en-US" altLang="en-GB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is a branch of Artificial Intelligence (AI) that helps computers understand images and videos.</a:t>
            </a: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 image</a:t>
            </a: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image</a:t>
            </a: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objects</a:t>
            </a: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 decisions</a:t>
            </a: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kumimoji="0" lang="en-US" altLang="en-GB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kumimoji="0" lang="en-US" altLang="en-GB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Face unlock, self-driving cars, medical image analysis.</a:t>
            </a: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kumimoji="0" lang="en-US" altLang="en-GB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kumimoji="0" lang="en-US" altLang="en-GB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(CNN)</a:t>
            </a: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(YOLO, Faster R-CNN)</a:t>
            </a: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GB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GB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t Transcript from Saveetha University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37" y="213995"/>
            <a:ext cx="133413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7555" y="213997"/>
            <a:ext cx="1007111" cy="116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3"/>
          <p:cNvSpPr txBox="1"/>
          <p:nvPr/>
        </p:nvSpPr>
        <p:spPr>
          <a:xfrm>
            <a:off x="3851275" y="598805"/>
            <a:ext cx="5473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72135" y="1471930"/>
            <a:ext cx="10580370" cy="49022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endParaRPr lang="en-US" alt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industries </a:t>
            </a:r>
            <a:r>
              <a:rPr lang="en-I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 large number of images and videos. </a:t>
            </a:r>
            <a:endParaRPr lang="en-IN" alt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takes more time and may lead to mistakes.</a:t>
            </a:r>
            <a:endParaRPr lang="en-US" alt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for humans to process thousands of images every day.</a:t>
            </a:r>
            <a:endParaRPr lang="en-US" alt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identifying problems can affect safety and productivity.</a:t>
            </a:r>
            <a:endParaRPr lang="en-US" alt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spcAft>
                <a:spcPct val="60000"/>
              </a:spcAft>
              <a:buFont typeface="Arial" panose="020B0604020202020204" pitchFamily="34" charset="0"/>
              <a:buNone/>
            </a:pPr>
            <a:endParaRPr lang="en-US" alt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60000"/>
              </a:spcAft>
            </a:pPr>
            <a:r>
              <a:rPr lang="en-IN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alt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Computer Vision</a:t>
            </a:r>
            <a:endParaRPr lang="en-US" altLang="en-GB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60000"/>
              </a:spcAft>
            </a:pPr>
            <a:r>
              <a:rPr lang="en-US" alt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	Faster decision-making</a:t>
            </a:r>
            <a:endParaRPr lang="en-US" alt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60000"/>
              </a:spcAft>
            </a:pPr>
            <a:r>
              <a:rPr lang="en-US" alt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	Higher accuracy</a:t>
            </a:r>
            <a:endParaRPr lang="en-US" alt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60000"/>
              </a:spcAft>
            </a:pPr>
            <a:r>
              <a:rPr lang="en-US" alt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	Less human effort</a:t>
            </a:r>
            <a:endParaRPr lang="en-US" alt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60000"/>
              </a:spcAft>
            </a:pPr>
            <a:r>
              <a:rPr lang="en-US" alt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	Better safety</a:t>
            </a:r>
            <a:endParaRPr lang="en-US" alt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60000"/>
              </a:spcAft>
            </a:pPr>
            <a:r>
              <a:rPr lang="en-US" alt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•	Real-time monitoring</a:t>
            </a:r>
            <a:endParaRPr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t Transcript from Saveetha University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37" y="213995"/>
            <a:ext cx="133413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7555" y="213997"/>
            <a:ext cx="1007111" cy="116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3"/>
          <p:cNvSpPr txBox="1"/>
          <p:nvPr/>
        </p:nvSpPr>
        <p:spPr>
          <a:xfrm>
            <a:off x="1442721" y="532130"/>
            <a:ext cx="9474834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COMPUTER VISION</a:t>
            </a:r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245870" y="1301750"/>
            <a:ext cx="9020175" cy="54190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en-GB" sz="1600" b="1" i="0" dirty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Healthcare</a:t>
            </a:r>
            <a:endParaRPr lang="en-US" altLang="en-GB" sz="1600" b="1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Finds diseases from X-rays and scans.</a:t>
            </a:r>
            <a:endParaRPr lang="en-US" altLang="en-GB" sz="1600" b="0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Helps doctors make better decisions.</a:t>
            </a:r>
            <a:endParaRPr lang="en-US" altLang="en-GB" sz="1600" b="0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en-GB" sz="1600" b="1" i="0" dirty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Surveillance</a:t>
            </a:r>
            <a:endParaRPr lang="en-US" altLang="en-GB" sz="1600" b="1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Recognizes faces and monitors public places.</a:t>
            </a:r>
            <a:endParaRPr lang="en-US" altLang="en-GB" sz="1600" b="0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Detects unusual activities.</a:t>
            </a:r>
            <a:endParaRPr lang="en-US" altLang="en-GB" sz="1600" b="0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en-GB" sz="1600" b="1" i="0" dirty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Autonomous Vehicles</a:t>
            </a:r>
            <a:endParaRPr lang="en-US" altLang="en-GB" sz="1600" b="1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Detects roads, traffic signs, and people.</a:t>
            </a:r>
            <a:endParaRPr lang="en-US" altLang="en-GB" sz="1600" b="0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Helps vehicles drive safely.</a:t>
            </a:r>
            <a:endParaRPr lang="en-US" altLang="en-GB" sz="1600" b="0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en-GB" sz="1600" b="1" i="0" dirty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Agriculture</a:t>
            </a:r>
            <a:endParaRPr lang="en-US" altLang="en-GB" sz="1600" b="1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Finds plant diseases.</a:t>
            </a:r>
            <a:endParaRPr lang="en-US" altLang="en-GB" sz="1600" b="0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Monitors crop growth.</a:t>
            </a:r>
            <a:endParaRPr lang="en-US" altLang="en-GB" sz="1600" b="0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en-GB" sz="1600" b="1" i="0" dirty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Retail</a:t>
            </a:r>
            <a:endParaRPr lang="en-US" altLang="en-GB" sz="1600" b="1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Enables automatic billing.</a:t>
            </a:r>
            <a:endParaRPr lang="en-US" altLang="en-GB" sz="1600" b="0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GB" sz="1600" b="0" i="0" dirty="0">
                <a:solidFill>
                  <a:schemeClr val="tx1"/>
                </a:solidFill>
                <a:latin typeface="Times New Roman" panose="02020603050405020304" pitchFamily="18" charset="0"/>
                <a:ea typeface="ui-sans-serif"/>
                <a:cs typeface="Times New Roman" panose="02020603050405020304" pitchFamily="18" charset="0"/>
              </a:rPr>
              <a:t>Tracks products in stores.</a:t>
            </a:r>
            <a:endParaRPr sz="1600" b="0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13" name="AutoShape 8" descr="Generated image"/>
          <p:cNvSpPr>
            <a:spLocks noChangeAspect="1" noChangeArrowheads="1"/>
          </p:cNvSpPr>
          <p:nvPr/>
        </p:nvSpPr>
        <p:spPr bwMode="auto">
          <a:xfrm>
            <a:off x="5943599" y="3276599"/>
            <a:ext cx="3188825" cy="318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t Transcript from Saveetha University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37" y="213995"/>
            <a:ext cx="133413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7555" y="213997"/>
            <a:ext cx="1007111" cy="116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3"/>
          <p:cNvSpPr txBox="1"/>
          <p:nvPr/>
        </p:nvSpPr>
        <p:spPr>
          <a:xfrm>
            <a:off x="1442720" y="362585"/>
            <a:ext cx="96215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ADVANATAGES AND CHALLENGES</a:t>
            </a:r>
            <a:endParaRPr lang="en-I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45186" y="2275840"/>
            <a:ext cx="11078845" cy="3752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sz="2400" b="0" i="0" dirty="0">
              <a:solidFill>
                <a:schemeClr val="tx1"/>
              </a:solidFill>
              <a:latin typeface="Times New Roman" panose="02020603050405020304" pitchFamily="18" charset="0"/>
              <a:ea typeface="ui-sans-serif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198880" y="1179195"/>
            <a:ext cx="9360535" cy="537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en-GB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en-GB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kumimoji="0" lang="en-US" altLang="en-GB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GB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 by reducing human errors.</a:t>
            </a:r>
            <a:endParaRPr kumimoji="0" lang="en-US" altLang="en-GB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GB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time by processing images quickly.</a:t>
            </a:r>
            <a:endParaRPr kumimoji="0" lang="en-US" altLang="en-GB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GB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Automates repetitive tasks.</a:t>
            </a:r>
            <a:endParaRPr kumimoji="0" lang="en-US" altLang="en-GB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GB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Increases safety in healthcare, security, and transportation</a:t>
            </a:r>
            <a:endParaRPr kumimoji="0" lang="en-US" altLang="en-GB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GB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.Provides real-time monitoring and faster decision-making.</a:t>
            </a:r>
            <a:endParaRPr kumimoji="0" lang="en-US" altLang="en-GB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GB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kumimoji="0" lang="en-I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GB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a large amount of high-quality image data.</a:t>
            </a:r>
            <a:endParaRPr kumimoji="0" lang="en-US" altLang="en-GB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GB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may decrease in poor lighting or bad weather.</a:t>
            </a:r>
            <a:endParaRPr kumimoji="0" lang="en-US" altLang="en-GB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GB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computing power is needed for training AI models.</a:t>
            </a:r>
            <a:endParaRPr kumimoji="0" lang="en-US" altLang="en-GB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GB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 and security issues can arise when using cameras.</a:t>
            </a:r>
            <a:endParaRPr kumimoji="0" lang="en-US" altLang="en-GB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GB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maintenance can be expensive.</a:t>
            </a:r>
            <a:endParaRPr kumimoji="0" lang="en-US" altLang="en-GB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utoShape 8" descr="Generated image"/>
          <p:cNvSpPr>
            <a:spLocks noChangeAspect="1" noChangeArrowheads="1"/>
          </p:cNvSpPr>
          <p:nvPr/>
        </p:nvSpPr>
        <p:spPr bwMode="auto">
          <a:xfrm>
            <a:off x="5943599" y="3276599"/>
            <a:ext cx="3188825" cy="318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Get Transcript from Saveetha University ..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37" y="213995"/>
            <a:ext cx="1334135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7555" y="213997"/>
            <a:ext cx="1007111" cy="116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Box 3"/>
          <p:cNvSpPr txBox="1"/>
          <p:nvPr/>
        </p:nvSpPr>
        <p:spPr>
          <a:xfrm>
            <a:off x="116841" y="504827"/>
            <a:ext cx="11874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16841" y="1664970"/>
            <a:ext cx="11874500" cy="470916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ct val="60000"/>
              </a:spcAft>
            </a:pPr>
            <a:endParaRPr sz="2200" b="1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33070" y="2562860"/>
            <a:ext cx="10746105" cy="2630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GB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helps computers understand and analyze images and videos.</a:t>
            </a:r>
            <a:endParaRPr kumimoji="0" lang="en-US" altLang="en-GB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GB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improving healthcare, security, transportation, agriculture, and retail.</a:t>
            </a:r>
            <a:endParaRPr kumimoji="0" lang="en-US" altLang="en-GB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GB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saves time, reduces human errors, and increases efficiency.</a:t>
            </a:r>
            <a:endParaRPr kumimoji="0" lang="en-US" altLang="en-GB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GB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AI technology grows, Computer Vision will become more advanced and useful.</a:t>
            </a:r>
            <a:endParaRPr kumimoji="0" lang="en-US" altLang="en-GB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GB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plays an important role in building smart and automated systems for the future.</a:t>
            </a:r>
            <a:endParaRPr kumimoji="0" lang="en-US" altLang="en-GB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7200" dirty="0"/>
              <a:t>THANK YOU</a:t>
            </a:r>
            <a:endParaRPr lang="en-IN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2235</Words>
  <Application>WPS Presentation</Application>
  <PresentationFormat>Widescreen</PresentationFormat>
  <Paragraphs>93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Times New Roman</vt:lpstr>
      <vt:lpstr>ui-sans-serif</vt:lpstr>
      <vt:lpstr>Calibri</vt:lpstr>
      <vt:lpstr>Microsoft YaHei</vt:lpstr>
      <vt:lpstr>Arial Unicode MS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jyothikiran maratha</dc:creator>
  <cp:lastModifiedBy>Shanigarapu vyshnavi Shanigara</cp:lastModifiedBy>
  <cp:revision>26</cp:revision>
  <dcterms:created xsi:type="dcterms:W3CDTF">2025-07-23T00:59:00Z</dcterms:created>
  <dcterms:modified xsi:type="dcterms:W3CDTF">2026-07-14T03:35:40Z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DC6265C308054FDCA3AF10C518807F37_13</vt:lpwstr>
  </property>
  <property fmtid="{D5CDD505-2E9C-101B-9397-08002B2CF9AE}" pid="3" name="KSOProductBuildVer">
    <vt:lpwstr>2057-12.2.0.23206</vt:lpwstr>
  </property>
</Properties>
</file>